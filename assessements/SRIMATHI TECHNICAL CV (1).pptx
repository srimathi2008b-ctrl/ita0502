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98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17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929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83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70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2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1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82212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25294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22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85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738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Image Acquisition Devices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Comparison of Digital Cameras, Scanners, Satellite Sensors, and Medical Imaging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3AF8B-1C4C-4CE7-8EA3-E3369AB6E91D}"/>
              </a:ext>
            </a:extLst>
          </p:cNvPr>
          <p:cNvSpPr txBox="1"/>
          <p:nvPr/>
        </p:nvSpPr>
        <p:spPr>
          <a:xfrm>
            <a:off x="512064" y="5632704"/>
            <a:ext cx="26151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B.SRIMATHI</a:t>
            </a: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192511448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67690"/>
            <a:ext cx="7680960" cy="957606"/>
          </a:xfrm>
        </p:spPr>
        <p:txBody>
          <a:bodyPr/>
          <a:lstStyle/>
          <a:p>
            <a:r>
              <a:rPr dirty="0"/>
              <a:t>Digital Cameras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188720"/>
            <a:ext cx="7680960" cy="5541264"/>
          </a:xfrm>
        </p:spPr>
        <p:txBody>
          <a:bodyPr>
            <a:noAutofit/>
          </a:bodyPr>
          <a:lstStyle/>
          <a:p>
            <a:pPr>
              <a:defRPr sz="2000"/>
            </a:pPr>
            <a:r>
              <a:rPr dirty="0"/>
              <a:t>Working Principle</a:t>
            </a:r>
          </a:p>
          <a:p>
            <a:pPr>
              <a:defRPr sz="2000"/>
            </a:pPr>
            <a:r>
              <a:rPr dirty="0"/>
              <a:t>• Lens focuses light onto CMOS/CCD sensor.</a:t>
            </a:r>
          </a:p>
          <a:p>
            <a:pPr>
              <a:defRPr sz="2000"/>
            </a:pPr>
            <a:r>
              <a:rPr dirty="0"/>
              <a:t>• Sensor converts light into electrical signals.</a:t>
            </a:r>
          </a:p>
          <a:p>
            <a:pPr>
              <a:defRPr sz="2000"/>
            </a:pPr>
            <a:r>
              <a:rPr dirty="0"/>
              <a:t>• Processor creates a digital image.</a:t>
            </a:r>
          </a:p>
          <a:p>
            <a:pPr>
              <a:defRPr sz="2000"/>
            </a:pPr>
            <a:r>
              <a:rPr dirty="0"/>
              <a:t>• Images are stored in memory.</a:t>
            </a:r>
          </a:p>
          <a:p>
            <a:pPr>
              <a:defRPr sz="2000"/>
            </a:pPr>
            <a:r>
              <a:rPr dirty="0"/>
              <a:t>• Resolution depends on pixels.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Applications</a:t>
            </a:r>
          </a:p>
          <a:p>
            <a:pPr>
              <a:defRPr sz="2000"/>
            </a:pPr>
            <a:r>
              <a:rPr dirty="0"/>
              <a:t>• Photography</a:t>
            </a:r>
          </a:p>
          <a:p>
            <a:pPr>
              <a:defRPr sz="2000"/>
            </a:pPr>
            <a:r>
              <a:rPr dirty="0"/>
              <a:t>• Video recording</a:t>
            </a:r>
          </a:p>
          <a:p>
            <a:pPr>
              <a:defRPr sz="2000"/>
            </a:pPr>
            <a:r>
              <a:rPr dirty="0"/>
              <a:t>• Surveillance</a:t>
            </a:r>
          </a:p>
          <a:p>
            <a:pPr>
              <a:defRPr sz="2000"/>
            </a:pPr>
            <a:r>
              <a:rPr dirty="0"/>
              <a:t>• Machine vision</a:t>
            </a:r>
          </a:p>
          <a:p>
            <a:pPr>
              <a:defRPr sz="2000"/>
            </a:pPr>
            <a:r>
              <a:rPr dirty="0"/>
              <a:t>• Mobile cameras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968" y="214083"/>
            <a:ext cx="7680960" cy="857022"/>
          </a:xfrm>
        </p:spPr>
        <p:txBody>
          <a:bodyPr/>
          <a:lstStyle/>
          <a:p>
            <a:r>
              <a:rPr dirty="0"/>
              <a:t>                Scanners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6968" y="960120"/>
            <a:ext cx="7680960" cy="5486400"/>
          </a:xfrm>
        </p:spPr>
        <p:txBody>
          <a:bodyPr>
            <a:noAutofit/>
          </a:bodyPr>
          <a:lstStyle/>
          <a:p>
            <a:pPr>
              <a:defRPr sz="2000"/>
            </a:pPr>
            <a:r>
              <a:rPr dirty="0"/>
              <a:t>Working Principle</a:t>
            </a:r>
          </a:p>
          <a:p>
            <a:pPr>
              <a:defRPr sz="2000"/>
            </a:pPr>
            <a:r>
              <a:rPr dirty="0"/>
              <a:t>• Light scans the document.</a:t>
            </a:r>
          </a:p>
          <a:p>
            <a:pPr>
              <a:defRPr sz="2000"/>
            </a:pPr>
            <a:r>
              <a:rPr dirty="0"/>
              <a:t>• CCD/CIS captures reflected light.</a:t>
            </a:r>
          </a:p>
          <a:p>
            <a:pPr>
              <a:defRPr sz="2000"/>
            </a:pPr>
            <a:r>
              <a:rPr dirty="0"/>
              <a:t>• Converts light into digital data.</a:t>
            </a:r>
          </a:p>
          <a:p>
            <a:pPr>
              <a:defRPr sz="2000"/>
            </a:pPr>
            <a:r>
              <a:rPr dirty="0"/>
              <a:t>• Software enhances image quality.</a:t>
            </a:r>
          </a:p>
          <a:p>
            <a:pPr>
              <a:defRPr sz="2000"/>
            </a:pPr>
            <a:r>
              <a:rPr dirty="0"/>
              <a:t>• Saves image digitally.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Applications</a:t>
            </a:r>
          </a:p>
          <a:p>
            <a:pPr>
              <a:defRPr sz="2000"/>
            </a:pPr>
            <a:r>
              <a:rPr dirty="0"/>
              <a:t>• Document digitization</a:t>
            </a:r>
          </a:p>
          <a:p>
            <a:pPr>
              <a:defRPr sz="2000"/>
            </a:pPr>
            <a:r>
              <a:rPr dirty="0"/>
              <a:t>• OCR</a:t>
            </a:r>
          </a:p>
          <a:p>
            <a:pPr>
              <a:defRPr sz="2000"/>
            </a:pPr>
            <a:r>
              <a:rPr dirty="0"/>
              <a:t>• Book scanning</a:t>
            </a:r>
          </a:p>
          <a:p>
            <a:pPr>
              <a:defRPr sz="2000"/>
            </a:pPr>
            <a:r>
              <a:rPr dirty="0"/>
              <a:t>• Photo archiving</a:t>
            </a:r>
          </a:p>
          <a:p>
            <a:pPr>
              <a:defRPr sz="2000"/>
            </a:pPr>
            <a:r>
              <a:rPr dirty="0"/>
              <a:t>• Office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49402"/>
            <a:ext cx="7680960" cy="1371600"/>
          </a:xfrm>
        </p:spPr>
        <p:txBody>
          <a:bodyPr/>
          <a:lstStyle/>
          <a:p>
            <a:r>
              <a:rPr dirty="0"/>
              <a:t>Satellite Sensors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07592"/>
            <a:ext cx="7680960" cy="3931920"/>
          </a:xfrm>
        </p:spPr>
        <p:txBody>
          <a:bodyPr>
            <a:noAutofit/>
          </a:bodyPr>
          <a:lstStyle/>
          <a:p>
            <a:pPr>
              <a:defRPr sz="2000"/>
            </a:pPr>
            <a:r>
              <a:rPr dirty="0"/>
              <a:t>Working Principle</a:t>
            </a:r>
          </a:p>
          <a:p>
            <a:pPr>
              <a:defRPr sz="2000"/>
            </a:pPr>
            <a:r>
              <a:rPr dirty="0"/>
              <a:t>• Mounted on satellites.</a:t>
            </a:r>
          </a:p>
          <a:p>
            <a:pPr>
              <a:defRPr sz="2000"/>
            </a:pPr>
            <a:r>
              <a:rPr dirty="0"/>
              <a:t>• Capture electromagnetic radiation.</a:t>
            </a:r>
          </a:p>
          <a:p>
            <a:pPr>
              <a:defRPr sz="2000"/>
            </a:pPr>
            <a:r>
              <a:rPr dirty="0"/>
              <a:t>• Record multi-spectral images.</a:t>
            </a:r>
          </a:p>
          <a:p>
            <a:pPr>
              <a:defRPr sz="2000"/>
            </a:pPr>
            <a:r>
              <a:rPr dirty="0"/>
              <a:t>• Send data to ground stations.</a:t>
            </a:r>
          </a:p>
          <a:p>
            <a:pPr>
              <a:defRPr sz="2000"/>
            </a:pPr>
            <a:r>
              <a:rPr dirty="0"/>
              <a:t>• Images are processed for analysis.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Applications</a:t>
            </a:r>
          </a:p>
          <a:p>
            <a:pPr>
              <a:defRPr sz="2000"/>
            </a:pPr>
            <a:r>
              <a:rPr dirty="0"/>
              <a:t>• Weather forecasting</a:t>
            </a:r>
          </a:p>
          <a:p>
            <a:pPr>
              <a:defRPr sz="2000"/>
            </a:pPr>
            <a:r>
              <a:rPr dirty="0"/>
              <a:t>• Agriculture</a:t>
            </a:r>
          </a:p>
          <a:p>
            <a:pPr>
              <a:defRPr sz="2000"/>
            </a:pPr>
            <a:r>
              <a:rPr dirty="0"/>
              <a:t>• Disaster monitoring</a:t>
            </a:r>
          </a:p>
          <a:p>
            <a:pPr>
              <a:defRPr sz="2000"/>
            </a:pPr>
            <a:r>
              <a:rPr dirty="0"/>
              <a:t>• Environmental monitoring</a:t>
            </a:r>
          </a:p>
          <a:p>
            <a:pPr>
              <a:defRPr sz="2000"/>
            </a:pPr>
            <a:r>
              <a:rPr dirty="0"/>
              <a:t>• Mapping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31114"/>
            <a:ext cx="7680960" cy="1371600"/>
          </a:xfrm>
        </p:spPr>
        <p:txBody>
          <a:bodyPr/>
          <a:lstStyle/>
          <a:p>
            <a:r>
              <a:rPr dirty="0"/>
              <a:t>Medical Imaging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261872"/>
            <a:ext cx="7680960" cy="3931920"/>
          </a:xfrm>
        </p:spPr>
        <p:txBody>
          <a:bodyPr>
            <a:noAutofit/>
          </a:bodyPr>
          <a:lstStyle/>
          <a:p>
            <a:pPr>
              <a:defRPr sz="2000"/>
            </a:pPr>
            <a:r>
              <a:rPr dirty="0"/>
              <a:t>Working Principle</a:t>
            </a:r>
          </a:p>
          <a:p>
            <a:pPr>
              <a:defRPr sz="2000"/>
            </a:pPr>
            <a:r>
              <a:rPr dirty="0"/>
              <a:t>• X-ray uses radiation.</a:t>
            </a:r>
          </a:p>
          <a:p>
            <a:pPr>
              <a:defRPr sz="2000"/>
            </a:pPr>
            <a:r>
              <a:rPr dirty="0"/>
              <a:t>• MRI uses magnetic fields.</a:t>
            </a:r>
          </a:p>
          <a:p>
            <a:pPr>
              <a:defRPr sz="2000"/>
            </a:pPr>
            <a:r>
              <a:rPr dirty="0"/>
              <a:t>• CT combines multiple X-rays.</a:t>
            </a:r>
          </a:p>
          <a:p>
            <a:pPr>
              <a:defRPr sz="2000"/>
            </a:pPr>
            <a:r>
              <a:rPr dirty="0"/>
              <a:t>• Ultrasound uses sound waves.</a:t>
            </a:r>
          </a:p>
          <a:p>
            <a:pPr>
              <a:defRPr sz="2000"/>
            </a:pPr>
            <a:r>
              <a:rPr dirty="0"/>
              <a:t>• Computer reconstructs images.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Applications</a:t>
            </a:r>
          </a:p>
          <a:p>
            <a:pPr>
              <a:defRPr sz="2000"/>
            </a:pPr>
            <a:r>
              <a:rPr dirty="0"/>
              <a:t>• Disease diagnosis</a:t>
            </a:r>
          </a:p>
          <a:p>
            <a:pPr>
              <a:defRPr sz="2000"/>
            </a:pPr>
            <a:r>
              <a:rPr dirty="0"/>
              <a:t>• Tumor detection</a:t>
            </a:r>
          </a:p>
          <a:p>
            <a:pPr>
              <a:defRPr sz="2000"/>
            </a:pPr>
            <a:r>
              <a:rPr dirty="0"/>
              <a:t>• Surgery planning</a:t>
            </a:r>
          </a:p>
          <a:p>
            <a:pPr>
              <a:defRPr sz="2000"/>
            </a:pPr>
            <a:r>
              <a:rPr dirty="0"/>
              <a:t>• Patient monitoring</a:t>
            </a:r>
          </a:p>
          <a:p>
            <a:pPr>
              <a:defRPr sz="2000"/>
            </a:pPr>
            <a:r>
              <a:rPr dirty="0"/>
              <a:t>• Organ examination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Digital Camera – Photography &amp; Surveillance</a:t>
            </a:r>
          </a:p>
          <a:p>
            <a:pPr>
              <a:defRPr sz="2000"/>
            </a:pPr>
            <a:r>
              <a:rPr dirty="0"/>
              <a:t>Scanner – Documents &amp; OCR</a:t>
            </a:r>
          </a:p>
          <a:p>
            <a:pPr>
              <a:defRPr sz="2000"/>
            </a:pPr>
            <a:r>
              <a:rPr dirty="0"/>
              <a:t>Satellite Sensor – Earth Observation</a:t>
            </a:r>
          </a:p>
          <a:p>
            <a:pPr>
              <a:defRPr sz="2000"/>
            </a:pPr>
            <a:r>
              <a:rPr dirty="0"/>
              <a:t>Medical Imaging – Healthcare &amp; Diagnosis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Conclusion:</a:t>
            </a:r>
          </a:p>
          <a:p>
            <a:pPr>
              <a:defRPr sz="2000"/>
            </a:pPr>
            <a:r>
              <a:rPr dirty="0"/>
              <a:t>Each device has a unique working principle and is selected based on its application.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8</TotalTime>
  <Words>264</Words>
  <Application>Microsoft Office PowerPoint</Application>
  <PresentationFormat>On-screen Show (4:3)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Century Gothic</vt:lpstr>
      <vt:lpstr>Garamond</vt:lpstr>
      <vt:lpstr>Times New Roman</vt:lpstr>
      <vt:lpstr>Savon</vt:lpstr>
      <vt:lpstr>Image Acquisition Devices</vt:lpstr>
      <vt:lpstr>Digital Cameras</vt:lpstr>
      <vt:lpstr>                Scanners</vt:lpstr>
      <vt:lpstr>Satellite Sensors</vt:lpstr>
      <vt:lpstr>Medical Imaging Systems</vt:lpstr>
      <vt:lpstr>Comparison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SRIMATHI B</dc:creator>
  <cp:keywords/>
  <dc:description>generated using python-pptx</dc:description>
  <cp:lastModifiedBy>SRIMATHI B</cp:lastModifiedBy>
  <cp:revision>2</cp:revision>
  <dcterms:created xsi:type="dcterms:W3CDTF">2013-01-27T09:14:16Z</dcterms:created>
  <dcterms:modified xsi:type="dcterms:W3CDTF">2026-07-16T04:08:14Z</dcterms:modified>
  <cp:category/>
</cp:coreProperties>
</file>